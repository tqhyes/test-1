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
  </p:handoutMasterIdLst>
  <p:sldIdLst>
    <p:sldId id="256"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handoutMaster" Target="handoutMasters/handoutMaster1.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04000"/>
            <a:ext cx="5342400" cy="4140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04000"/>
            <a:ext cx="5342400" cy="4140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397600"/>
            <a:ext cx="9799200" cy="11052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5040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ea"/>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zh-CN"/>
              <a:t>霸王</a:t>
            </a:r>
            <a:r>
              <a:rPr lang="zh-CN" altLang="zh-CN"/>
              <a:t>别姬</a:t>
            </a:r>
            <a:endParaRPr lang="zh-CN" altLang="zh-CN"/>
          </a:p>
        </p:txBody>
      </p:sp>
      <p:sp>
        <p:nvSpPr>
          <p:cNvPr id="3" name="副标题 2"/>
          <p:cNvSpPr>
            <a:spLocks noGrp="1"/>
          </p:cNvSpPr>
          <p:nvPr>
            <p:ph type="subTitle" idx="1"/>
            <p:custDataLst>
              <p:tags r:id="rId2"/>
            </p:custDataLst>
          </p:nvPr>
        </p:nvSpPr>
        <p:spPr/>
        <p:txBody>
          <a:bodyPr>
            <a:normAutofit fontScale="70000"/>
          </a:bodyPr>
          <a:p>
            <a:r>
              <a:rPr lang="zh-CN" altLang="zh-CN">
                <a:sym typeface="+mn-ea"/>
              </a:rPr>
              <a:t>霸王别姬霸王别姬霸王别姬霸王别姬霸王别姬霸王别姬霸王别姬</a:t>
            </a:r>
            <a:endParaRPr lang="zh-CN" altLang="zh-CN">
              <a:sym typeface="+mn-ea"/>
            </a:endParaRPr>
          </a:p>
          <a:p>
            <a:r>
              <a:rPr lang="zh-CN" altLang="zh-CN">
                <a:sym typeface="+mn-ea"/>
              </a:rPr>
              <a:t>霸王别姬霸王别姬霸王别姬霸王别姬霸王别姬霸王别姬霸王别姬霸王别姬霸王别姬霸王别姬霸王别姬霸王别姬霸王别姬霸王别姬霸王别姬霸王别姬霸王别姬霸王别姬霸王别姬霸王别姬霸王别姬</a:t>
            </a:r>
            <a:endParaRPr lang="zh-CN" alt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116</Words>
  <Application>WPS 表格</Application>
  <PresentationFormat>宽屏</PresentationFormat>
  <Paragraphs>5</Paragraphs>
  <Slides>1</Slides>
  <Notes>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vt:i4>
      </vt:variant>
    </vt:vector>
  </HeadingPairs>
  <TitlesOfParts>
    <vt:vector size="12" baseType="lpstr">
      <vt:lpstr>Arial</vt:lpstr>
      <vt:lpstr>宋体</vt:lpstr>
      <vt:lpstr>Wingdings</vt:lpstr>
      <vt:lpstr>Wingdings</vt:lpstr>
      <vt:lpstr>苹方-简</vt:lpstr>
      <vt:lpstr>微软雅黑</vt:lpstr>
      <vt:lpstr>汉仪旗黑</vt:lpstr>
      <vt:lpstr>宋体</vt:lpstr>
      <vt:lpstr>Arial Unicode MS</vt:lpstr>
      <vt:lpstr>汉仪书宋二KW</vt:lpstr>
      <vt:lpstr>WPS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Sail</cp:lastModifiedBy>
  <cp:revision>164</cp:revision>
  <dcterms:created xsi:type="dcterms:W3CDTF">2025-11-04T07:25:47Z</dcterms:created>
  <dcterms:modified xsi:type="dcterms:W3CDTF">2025-11-04T07:25:47Z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2052-12.1.23540.23540</vt:lpwstr>
  </property>
  <property fmtid="{D5CDD505-2E9C-101B-9397-08002B2CF9AE}" pid="3" name="ICV">
    <vt:lpwstr>BE5C35A11754EF5357AA0969599BFEF6_41</vt:lpwstr>
  </property>
</Properties>
</file>